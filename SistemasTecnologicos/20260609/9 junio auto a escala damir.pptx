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963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067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630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105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959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336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587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512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188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7633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5015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751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0049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2563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0987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151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342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7A84549-21B6-49D8-AB2C-375943C8DA21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98BC43A-07AB-4825-941C-CFB43DC825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2928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95819" y="889005"/>
            <a:ext cx="9448800" cy="1825096"/>
          </a:xfrm>
        </p:spPr>
        <p:txBody>
          <a:bodyPr>
            <a:normAutofit/>
          </a:bodyPr>
          <a:lstStyle/>
          <a:p>
            <a:r>
              <a:rPr lang="es-AR" dirty="0"/>
              <a:t>Auto a escala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95819" y="3018425"/>
            <a:ext cx="9425836" cy="1027481"/>
          </a:xfrm>
        </p:spPr>
        <p:txBody>
          <a:bodyPr>
            <a:normAutofit fontScale="85000" lnSpcReduction="20000"/>
          </a:bodyPr>
          <a:lstStyle/>
          <a:p>
            <a:r>
              <a:rPr lang="es-ES" dirty="0" smtClean="0">
                <a:solidFill>
                  <a:schemeClr val="tx1"/>
                </a:solidFill>
              </a:rPr>
              <a:t>Alumnos: Medina </a:t>
            </a:r>
            <a:r>
              <a:rPr lang="es-ES" smtClean="0">
                <a:solidFill>
                  <a:schemeClr val="tx1"/>
                </a:solidFill>
              </a:rPr>
              <a:t>Damir-Maia</a:t>
            </a:r>
            <a:r>
              <a:rPr lang="es-ES" dirty="0" smtClean="0">
                <a:solidFill>
                  <a:schemeClr val="tx1"/>
                </a:solidFill>
              </a:rPr>
              <a:t> </a:t>
            </a:r>
            <a:r>
              <a:rPr lang="es-ES" dirty="0" err="1" smtClean="0">
                <a:solidFill>
                  <a:schemeClr val="tx1"/>
                </a:solidFill>
              </a:rPr>
              <a:t>Goro</a:t>
            </a:r>
            <a:r>
              <a:rPr lang="es-ES" dirty="0" smtClean="0">
                <a:solidFill>
                  <a:schemeClr val="tx1"/>
                </a:solidFill>
              </a:rPr>
              <a:t>-Bella Jeremías-Mateo Martínez </a:t>
            </a:r>
          </a:p>
          <a:p>
            <a:r>
              <a:rPr lang="es-ES" dirty="0" smtClean="0">
                <a:solidFill>
                  <a:schemeClr val="tx1"/>
                </a:solidFill>
              </a:rPr>
              <a:t>Definición del Problema: Reduce el aburrimiento generado por la escuela</a:t>
            </a:r>
          </a:p>
          <a:p>
            <a:r>
              <a:rPr lang="es-ES" dirty="0" smtClean="0">
                <a:solidFill>
                  <a:schemeClr val="tx1"/>
                </a:solidFill>
              </a:rPr>
              <a:t>Solución: Auto de juguete </a:t>
            </a:r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27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78279" y="964503"/>
            <a:ext cx="8166970" cy="1477027"/>
          </a:xfrm>
        </p:spPr>
        <p:txBody>
          <a:bodyPr>
            <a:noAutofit/>
          </a:bodyPr>
          <a:lstStyle/>
          <a:p>
            <a:r>
              <a:rPr lang="es-ES" sz="4800" dirty="0" smtClean="0"/>
              <a:t>Componentes del auto             a control remoto</a:t>
            </a:r>
            <a:endParaRPr lang="es-AR" sz="48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auto tendrá un tamaño de 24cm x 24cm</a:t>
            </a:r>
          </a:p>
          <a:p>
            <a:r>
              <a:rPr lang="es-ES" dirty="0" smtClean="0"/>
              <a:t>1 </a:t>
            </a:r>
            <a:r>
              <a:rPr lang="es-ES" dirty="0" err="1" smtClean="0"/>
              <a:t>Arduino</a:t>
            </a:r>
            <a:endParaRPr lang="es-ES" dirty="0" smtClean="0"/>
          </a:p>
          <a:p>
            <a:r>
              <a:rPr lang="es-ES" dirty="0" smtClean="0"/>
              <a:t>2 Motores</a:t>
            </a:r>
          </a:p>
          <a:p>
            <a:r>
              <a:rPr lang="es-ES" dirty="0" smtClean="0"/>
              <a:t>2 Ruedas de tracción</a:t>
            </a:r>
          </a:p>
          <a:p>
            <a:r>
              <a:rPr lang="es-ES" dirty="0" smtClean="0"/>
              <a:t>1 Puente H</a:t>
            </a:r>
          </a:p>
          <a:p>
            <a:r>
              <a:rPr lang="es-ES" dirty="0" smtClean="0"/>
              <a:t>1 Rueda loca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585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394016" y="960329"/>
            <a:ext cx="9905998" cy="1905000"/>
          </a:xfrm>
        </p:spPr>
        <p:txBody>
          <a:bodyPr>
            <a:normAutofit/>
          </a:bodyPr>
          <a:lstStyle/>
          <a:p>
            <a:r>
              <a:rPr lang="es-ES" sz="4800" dirty="0" smtClean="0"/>
              <a:t>Pasos realizados</a:t>
            </a:r>
            <a:endParaRPr lang="es-AR" sz="4800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203433"/>
              </p:ext>
            </p:extLst>
          </p:nvPr>
        </p:nvGraphicFramePr>
        <p:xfrm>
          <a:off x="1141413" y="2880985"/>
          <a:ext cx="9557358" cy="33749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{073A0DAA-6AF3-43AB-8588-CEC1D06C72B9}</a:tableStyleId>
              </a:tblPr>
              <a:tblGrid>
                <a:gridCol w="1414614"/>
                <a:gridCol w="1042237"/>
                <a:gridCol w="2980082"/>
                <a:gridCol w="2186801"/>
                <a:gridCol w="1933624"/>
              </a:tblGrid>
              <a:tr h="381437">
                <a:tc>
                  <a:txBody>
                    <a:bodyPr/>
                    <a:lstStyle/>
                    <a:p>
                      <a:pPr marL="288290" marR="69215" indent="-215900">
                        <a:spcAft>
                          <a:spcPts val="0"/>
                        </a:spcAft>
                      </a:pPr>
                      <a:r>
                        <a:rPr lang="es-ES" sz="800" spc="-10" dirty="0">
                          <a:effectLst/>
                        </a:rPr>
                        <a:t>Operación </a:t>
                      </a:r>
                      <a:r>
                        <a:rPr lang="es-ES" sz="800" spc="-20" dirty="0">
                          <a:effectLst/>
                        </a:rPr>
                        <a:t>nro</a:t>
                      </a:r>
                      <a:r>
                        <a:rPr lang="es-ES" sz="1000" spc="-20" dirty="0">
                          <a:effectLst/>
                        </a:rPr>
                        <a:t>.</a:t>
                      </a:r>
                      <a:endParaRPr lang="es-AR" sz="8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 marR="85090" indent="-5588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000" spc="-10">
                          <a:effectLst/>
                        </a:rPr>
                        <a:t>Pieza </a:t>
                      </a:r>
                      <a:r>
                        <a:rPr lang="es-ES" sz="1000" spc="-20">
                          <a:effectLst/>
                        </a:rPr>
                        <a:t>Nro.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Tarea</a:t>
                      </a:r>
                      <a:r>
                        <a:rPr lang="es-ES" sz="1000" spc="-10" dirty="0">
                          <a:effectLst/>
                        </a:rPr>
                        <a:t> </a:t>
                      </a:r>
                      <a:r>
                        <a:rPr lang="es-ES" sz="1000" dirty="0">
                          <a:effectLst/>
                        </a:rPr>
                        <a:t>a</a:t>
                      </a:r>
                      <a:r>
                        <a:rPr lang="es-ES" sz="1000" spc="-15" dirty="0">
                          <a:effectLst/>
                        </a:rPr>
                        <a:t> </a:t>
                      </a:r>
                      <a:r>
                        <a:rPr lang="es-ES" sz="1000" spc="-10" dirty="0">
                          <a:effectLst/>
                        </a:rPr>
                        <a:t>desarrollar</a:t>
                      </a:r>
                      <a:endParaRPr lang="es-AR" sz="8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 marR="76835" algn="ctr">
                        <a:spcAft>
                          <a:spcPts val="0"/>
                        </a:spcAft>
                      </a:pPr>
                      <a:r>
                        <a:rPr lang="es-ES" sz="1000" spc="-10">
                          <a:effectLst/>
                        </a:rPr>
                        <a:t>Herramientas, </a:t>
                      </a:r>
                      <a:r>
                        <a:rPr lang="es-ES" sz="1000">
                          <a:effectLst/>
                        </a:rPr>
                        <a:t>útiles y equipos a</a:t>
                      </a:r>
                      <a:endParaRPr lang="es-AR" sz="800">
                        <a:effectLst/>
                      </a:endParaRPr>
                    </a:p>
                    <a:p>
                      <a:pPr marL="83820" marR="7683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000" spc="-10">
                          <a:effectLst/>
                        </a:rPr>
                        <a:t>utilizar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91440" algn="ctr">
                        <a:spcAft>
                          <a:spcPts val="0"/>
                        </a:spcAft>
                      </a:pPr>
                      <a:r>
                        <a:rPr lang="es-ES" sz="1000" spc="-10">
                          <a:effectLst/>
                        </a:rPr>
                        <a:t>Elementos </a:t>
                      </a:r>
                      <a:r>
                        <a:rPr lang="es-ES" sz="1000" spc="-30">
                          <a:effectLst/>
                        </a:rPr>
                        <a:t>de </a:t>
                      </a:r>
                      <a:r>
                        <a:rPr lang="es-ES" sz="1000" spc="-10">
                          <a:effectLst/>
                        </a:rPr>
                        <a:t>protección</a:t>
                      </a:r>
                      <a:endParaRPr lang="es-AR" sz="800">
                        <a:effectLst/>
                      </a:endParaRPr>
                    </a:p>
                    <a:p>
                      <a:pPr marL="93345" marR="9334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000" spc="-10">
                          <a:effectLst/>
                        </a:rPr>
                        <a:t>personal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4087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1</a:t>
                      </a:r>
                      <a:endParaRPr lang="es-AR" sz="8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Chasis,2 motores, 2 ruedas  de tracción , 1 rueda loca, 2 chapas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Armar la estructura principal</a:t>
                      </a:r>
                      <a:endParaRPr lang="es-AR" sz="8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Destornillador, tijeras de hojalata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Guantes 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282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2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Arduino, puente h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Atornillar ambas placas al chasis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destornillador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guantes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7043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3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2 Baterías,2 maderas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Pusimos dos maderas en el chasis como soporte para las baterías y luego atornillamos las baterias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Destornillador, torno y sierra de mesa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guantes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52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4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cables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Unimos el </a:t>
                      </a:r>
                      <a:r>
                        <a:rPr lang="es-ES" sz="1000" dirty="0" err="1">
                          <a:effectLst/>
                        </a:rPr>
                        <a:t>arduino</a:t>
                      </a:r>
                      <a:r>
                        <a:rPr lang="es-ES" sz="1000" dirty="0">
                          <a:effectLst/>
                        </a:rPr>
                        <a:t> y el puente h con los cables</a:t>
                      </a:r>
                      <a:endParaRPr lang="es-AR" sz="8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>
                          <a:effectLst/>
                        </a:rPr>
                        <a:t>nada</a:t>
                      </a:r>
                      <a:endParaRPr lang="es-AR" sz="8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guantes</a:t>
                      </a:r>
                      <a:endParaRPr lang="es-AR" sz="8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57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173</TotalTime>
  <Words>156</Words>
  <Application>Microsoft Office PowerPoint</Application>
  <PresentationFormat>Panorámica</PresentationFormat>
  <Paragraphs>39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Arial MT</vt:lpstr>
      <vt:lpstr>Century Gothic</vt:lpstr>
      <vt:lpstr>Malla</vt:lpstr>
      <vt:lpstr>Auto a escala</vt:lpstr>
      <vt:lpstr>Componentes del auto             a control remoto</vt:lpstr>
      <vt:lpstr>Pasos realizados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a escala</dc:title>
  <dc:creator>Admin</dc:creator>
  <cp:lastModifiedBy>Admin</cp:lastModifiedBy>
  <cp:revision>11</cp:revision>
  <dcterms:created xsi:type="dcterms:W3CDTF">2026-06-09T16:55:08Z</dcterms:created>
  <dcterms:modified xsi:type="dcterms:W3CDTF">2026-06-09T19:49:06Z</dcterms:modified>
</cp:coreProperties>
</file>