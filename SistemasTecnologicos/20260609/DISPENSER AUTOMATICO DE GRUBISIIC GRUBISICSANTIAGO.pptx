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504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72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8389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324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098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045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351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590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204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315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2456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8943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6071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2509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0174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661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1D3DE-DAED-49B2-B1F4-E92DBE86FB3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081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8583" y="1678193"/>
            <a:ext cx="7766936" cy="1920822"/>
          </a:xfrm>
        </p:spPr>
        <p:txBody>
          <a:bodyPr/>
          <a:lstStyle/>
          <a:p>
            <a:r>
              <a:rPr lang="es-ES" dirty="0" smtClean="0">
                <a:latin typeface="+mn-lt"/>
              </a:rPr>
              <a:t>DISPENSER AUTOMATICO</a:t>
            </a:r>
            <a:endParaRPr lang="es-AR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32516" y="5374024"/>
            <a:ext cx="7766936" cy="1096899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s-ES" dirty="0" smtClean="0">
                <a:solidFill>
                  <a:schemeClr val="tx1"/>
                </a:solidFill>
              </a:rPr>
              <a:t>GRUBISIC Santiago</a:t>
            </a:r>
          </a:p>
          <a:p>
            <a:pPr algn="l"/>
            <a:r>
              <a:rPr lang="es-ES" dirty="0" smtClean="0">
                <a:solidFill>
                  <a:schemeClr val="tx1"/>
                </a:solidFill>
              </a:rPr>
              <a:t>GALLEGO Rafael</a:t>
            </a:r>
            <a:endParaRPr lang="es-AR" dirty="0" smtClean="0">
              <a:solidFill>
                <a:schemeClr val="tx1"/>
              </a:solidFill>
            </a:endParaRPr>
          </a:p>
          <a:p>
            <a:pPr algn="l"/>
            <a:r>
              <a:rPr lang="es-ES" dirty="0" smtClean="0">
                <a:solidFill>
                  <a:schemeClr val="tx1"/>
                </a:solidFill>
              </a:rPr>
              <a:t>MELLA Ignacio</a:t>
            </a:r>
          </a:p>
          <a:p>
            <a:pPr algn="l"/>
            <a:r>
              <a:rPr lang="es-ES" dirty="0" smtClean="0">
                <a:solidFill>
                  <a:schemeClr val="tx1"/>
                </a:solidFill>
              </a:rPr>
              <a:t>MIÑO SANTINO</a:t>
            </a:r>
          </a:p>
        </p:txBody>
      </p:sp>
    </p:spTree>
    <p:extLst>
      <p:ext uri="{BB962C8B-B14F-4D97-AF65-F5344CB8AC3E}">
        <p14:creationId xmlns:p14="http://schemas.microsoft.com/office/powerpoint/2010/main" val="3243353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Descripción del problema y solución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smtClean="0">
                <a:solidFill>
                  <a:schemeClr val="accent1"/>
                </a:solidFill>
              </a:rPr>
              <a:t>Problema</a:t>
            </a:r>
          </a:p>
          <a:p>
            <a:r>
              <a:rPr lang="es-ES" sz="2000" dirty="0" smtClean="0">
                <a:solidFill>
                  <a:schemeClr val="accent1"/>
                </a:solidFill>
              </a:rPr>
              <a:t>El dueño del hogar se va y la mascota queda sola</a:t>
            </a:r>
          </a:p>
          <a:p>
            <a:r>
              <a:rPr lang="es-ES" sz="2000" dirty="0" smtClean="0">
                <a:solidFill>
                  <a:schemeClr val="accent1"/>
                </a:solidFill>
              </a:rPr>
              <a:t>La mascota necesita alimentarse</a:t>
            </a:r>
          </a:p>
          <a:p>
            <a:pPr marL="0" indent="0">
              <a:buNone/>
            </a:pPr>
            <a:r>
              <a:rPr lang="es-ES" sz="2400" dirty="0" smtClean="0">
                <a:solidFill>
                  <a:schemeClr val="accent1"/>
                </a:solidFill>
              </a:rPr>
              <a:t>Solución</a:t>
            </a:r>
          </a:p>
          <a:p>
            <a:r>
              <a:rPr lang="es-ES" sz="2000" dirty="0" smtClean="0">
                <a:solidFill>
                  <a:schemeClr val="accent1"/>
                </a:solidFill>
              </a:rPr>
              <a:t>el animal se acerca y el sensor lo detecta y gira el servo y cae el alimento al platito del animal</a:t>
            </a:r>
            <a:endParaRPr lang="es-AR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6310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Integración de materias </a:t>
            </a:r>
            <a:endParaRPr lang="es-AR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342665"/>
              </p:ext>
            </p:extLst>
          </p:nvPr>
        </p:nvGraphicFramePr>
        <p:xfrm>
          <a:off x="774551" y="2420470"/>
          <a:ext cx="6249678" cy="219036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366221"/>
                <a:gridCol w="1593418"/>
                <a:gridCol w="1676906"/>
                <a:gridCol w="1613133"/>
              </a:tblGrid>
              <a:tr h="753036">
                <a:tc>
                  <a:txBody>
                    <a:bodyPr/>
                    <a:lstStyle/>
                    <a:p>
                      <a:pPr marL="288290">
                        <a:lnSpc>
                          <a:spcPts val="2055"/>
                        </a:lnSpc>
                        <a:spcAft>
                          <a:spcPts val="0"/>
                        </a:spcAft>
                      </a:pPr>
                      <a:r>
                        <a:rPr lang="es-ES" sz="1800" spc="-10" dirty="0">
                          <a:effectLst/>
                        </a:rPr>
                        <a:t>Materia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2055"/>
                        </a:lnSpc>
                        <a:spcAft>
                          <a:spcPts val="0"/>
                        </a:spcAft>
                      </a:pPr>
                      <a:r>
                        <a:rPr lang="es-ES" sz="1800" spc="-10" dirty="0">
                          <a:effectLst/>
                        </a:rPr>
                        <a:t>Docente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055"/>
                        </a:lnSpc>
                        <a:spcAft>
                          <a:spcPts val="0"/>
                        </a:spcAft>
                      </a:pPr>
                      <a:r>
                        <a:rPr lang="es-ES" sz="1800" spc="-10" dirty="0">
                          <a:effectLst/>
                        </a:rPr>
                        <a:t>Contenidos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4470" marR="201930" indent="50800">
                        <a:lnSpc>
                          <a:spcPts val="2080"/>
                        </a:lnSpc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Periodo a </a:t>
                      </a:r>
                      <a:r>
                        <a:rPr lang="es-ES" sz="1800" spc="-10">
                          <a:effectLst/>
                        </a:rPr>
                        <a:t>desarrollar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51636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     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effectLst/>
                        </a:rPr>
                        <a:t>sistemas</a:t>
                      </a:r>
                      <a:endParaRPr lang="es-ES" sz="1100" baseline="0" dirty="0" smtClean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baseline="0" dirty="0" smtClean="0">
                          <a:effectLst/>
                        </a:rPr>
                        <a:t>     tecnológicos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Bernárdez</a:t>
                      </a:r>
                      <a:r>
                        <a:rPr lang="es-ES" sz="1100" baseline="0" dirty="0" smtClean="0">
                          <a:solidFill>
                            <a:schemeClr val="bg1"/>
                          </a:solidFill>
                          <a:effectLst/>
                        </a:rPr>
                        <a:t> Andrés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r>
                        <a:rPr lang="es-ES" sz="1400" b="0" dirty="0" smtClean="0">
                          <a:effectLst/>
                        </a:rPr>
                        <a:t>todo</a:t>
                      </a:r>
                      <a:r>
                        <a:rPr lang="es-ES" sz="1400" b="0" baseline="0" dirty="0" smtClean="0">
                          <a:effectLst/>
                        </a:rPr>
                        <a:t> el proyecto</a:t>
                      </a:r>
                      <a:endParaRPr lang="es-AR" sz="11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610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599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6963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latin typeface="+mn-lt"/>
              </a:rPr>
              <a:t>   Fases operativas</a:t>
            </a:r>
            <a:endParaRPr lang="es-AR" dirty="0">
              <a:latin typeface="+mn-lt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402006"/>
              </p:ext>
            </p:extLst>
          </p:nvPr>
        </p:nvGraphicFramePr>
        <p:xfrm>
          <a:off x="1162083" y="1930400"/>
          <a:ext cx="5325733" cy="248023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88279"/>
                <a:gridCol w="580775"/>
                <a:gridCol w="1298585"/>
                <a:gridCol w="1538343"/>
                <a:gridCol w="1119751"/>
              </a:tblGrid>
              <a:tr h="768881">
                <a:tc>
                  <a:txBody>
                    <a:bodyPr/>
                    <a:lstStyle/>
                    <a:p>
                      <a:pPr marL="288290" marR="69215" indent="-215900">
                        <a:spcAft>
                          <a:spcPts val="0"/>
                        </a:spcAft>
                      </a:pPr>
                      <a:r>
                        <a:rPr lang="es-ES" sz="1100" spc="-10" dirty="0">
                          <a:effectLst/>
                        </a:rPr>
                        <a:t>Operación </a:t>
                      </a:r>
                      <a:r>
                        <a:rPr lang="es-ES" sz="1100" spc="-20" dirty="0">
                          <a:effectLst/>
                        </a:rPr>
                        <a:t>nro</a:t>
                      </a:r>
                      <a:r>
                        <a:rPr lang="es-ES" sz="1300" spc="-20" dirty="0">
                          <a:effectLst/>
                        </a:rPr>
                        <a:t>.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 marR="85090" indent="-5588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Pieza </a:t>
                      </a:r>
                      <a:r>
                        <a:rPr lang="es-ES" sz="1300" spc="-20">
                          <a:effectLst/>
                        </a:rPr>
                        <a:t>Nro.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300">
                          <a:effectLst/>
                        </a:rPr>
                        <a:t>Tarea</a:t>
                      </a:r>
                      <a:r>
                        <a:rPr lang="es-ES" sz="1300" spc="-10">
                          <a:effectLst/>
                        </a:rPr>
                        <a:t> </a:t>
                      </a:r>
                      <a:r>
                        <a:rPr lang="es-ES" sz="1300">
                          <a:effectLst/>
                        </a:rPr>
                        <a:t>a</a:t>
                      </a:r>
                      <a:r>
                        <a:rPr lang="es-ES" sz="1300" spc="-15">
                          <a:effectLst/>
                        </a:rPr>
                        <a:t> </a:t>
                      </a:r>
                      <a:r>
                        <a:rPr lang="es-ES" sz="1300" spc="-10">
                          <a:effectLst/>
                        </a:rPr>
                        <a:t>desarrollar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 marR="76835" algn="ctr"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Herramientas, </a:t>
                      </a:r>
                      <a:r>
                        <a:rPr lang="es-ES" sz="1300">
                          <a:effectLst/>
                        </a:rPr>
                        <a:t>útiles y equipos a</a:t>
                      </a:r>
                      <a:endParaRPr lang="es-AR" sz="1000">
                        <a:effectLst/>
                      </a:endParaRPr>
                    </a:p>
                    <a:p>
                      <a:pPr marL="83820" marR="7683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utilizar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 marR="91440" algn="ctr"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Elementos </a:t>
                      </a:r>
                      <a:r>
                        <a:rPr lang="es-ES" sz="1300" spc="-30">
                          <a:effectLst/>
                        </a:rPr>
                        <a:t>de </a:t>
                      </a:r>
                      <a:r>
                        <a:rPr lang="es-ES" sz="1300" spc="-10">
                          <a:effectLst/>
                        </a:rPr>
                        <a:t>protección</a:t>
                      </a:r>
                      <a:endParaRPr lang="es-AR" sz="1000">
                        <a:effectLst/>
                      </a:endParaRPr>
                    </a:p>
                    <a:p>
                      <a:pPr marL="93345" marR="9334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personal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6556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 smtClean="0">
                          <a:effectLst/>
                        </a:rPr>
                        <a:t> 1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3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Pegar 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y atornillar las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maderas 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a 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La base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Madera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tornillos,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destornillador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, serrucho y </a:t>
                      </a:r>
                      <a:endParaRPr lang="es-ES" sz="1000" dirty="0" smtClean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baseline="0" dirty="0" smtClean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escuadra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b="0" dirty="0">
                          <a:effectLst/>
                        </a:rPr>
                        <a:t>Guantes, guardapolvo</a:t>
                      </a:r>
                      <a:endParaRPr lang="es-AR" sz="10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37738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 smtClean="0">
                          <a:effectLst/>
                        </a:rPr>
                        <a:t> 2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300" dirty="0" smtClean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Hacer el soporte con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cartón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Cartón, 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cinta,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trincheta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Regla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lápiz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b="0">
                          <a:effectLst/>
                        </a:rPr>
                        <a:t>Guantes, guardapolvo</a:t>
                      </a:r>
                      <a:endParaRPr lang="es-AR" sz="1000" b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379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 smtClean="0">
                          <a:effectLst/>
                        </a:rPr>
                        <a:t> 3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400" dirty="0" smtClean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s-AR" sz="105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pegar arduino,</a:t>
                      </a:r>
                      <a:r>
                        <a:rPr lang="es-ES" sz="1000" baseline="0" dirty="0" smtClean="0">
                          <a:solidFill>
                            <a:schemeClr val="bg1"/>
                          </a:solidFill>
                          <a:effectLst/>
                        </a:rPr>
                        <a:t> servo y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sensor</a:t>
                      </a:r>
                      <a:r>
                        <a:rPr lang="es-ES" sz="1000" baseline="0" dirty="0" smtClean="0">
                          <a:solidFill>
                            <a:schemeClr val="bg1"/>
                          </a:solidFill>
                          <a:effectLst/>
                        </a:rPr>
                        <a:t> al soporte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alambre, mecha, tornillo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con tuerca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b="0" dirty="0">
                          <a:effectLst/>
                        </a:rPr>
                        <a:t> </a:t>
                      </a:r>
                      <a:r>
                        <a:rPr lang="es-ES" sz="1000" b="0" dirty="0" smtClean="0">
                          <a:effectLst/>
                        </a:rPr>
                        <a:t>guantes,</a:t>
                      </a:r>
                      <a:r>
                        <a:rPr lang="es-ES" sz="1000" b="0" baseline="0" dirty="0" smtClean="0">
                          <a:effectLst/>
                        </a:rPr>
                        <a:t> guardapolvo</a:t>
                      </a:r>
                      <a:endParaRPr lang="es-AR" sz="10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7327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300" dirty="0" smtClean="0">
                          <a:effectLst/>
                        </a:rPr>
                        <a:t>4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>
                          <a:effectLst/>
                        </a:rPr>
                        <a:t> 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b="0" dirty="0" smtClean="0">
                          <a:solidFill>
                            <a:schemeClr val="bg1"/>
                          </a:solidFill>
                          <a:effectLst/>
                        </a:rPr>
                        <a:t>conectar cables </a:t>
                      </a:r>
                      <a:r>
                        <a:rPr lang="es-ES" sz="1000" b="0" dirty="0" err="1" smtClean="0">
                          <a:solidFill>
                            <a:schemeClr val="bg1"/>
                          </a:solidFill>
                          <a:effectLst/>
                        </a:rPr>
                        <a:t>dupont</a:t>
                      </a:r>
                      <a:endParaRPr lang="es-AR" sz="1000" b="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cables </a:t>
                      </a:r>
                      <a:r>
                        <a:rPr lang="es-ES" sz="1000" dirty="0" err="1" smtClean="0">
                          <a:solidFill>
                            <a:schemeClr val="bg1"/>
                          </a:solidFill>
                          <a:effectLst/>
                        </a:rPr>
                        <a:t>dupont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000" b="0" dirty="0" smtClean="0">
                          <a:effectLst/>
                        </a:rPr>
                        <a:t>guardapolvo</a:t>
                      </a:r>
                      <a:endParaRPr lang="es-AR" sz="10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8184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65355"/>
            <a:ext cx="8596668" cy="1320800"/>
          </a:xfrm>
        </p:spPr>
        <p:txBody>
          <a:bodyPr/>
          <a:lstStyle/>
          <a:p>
            <a:r>
              <a:rPr lang="es-ES" dirty="0" smtClean="0"/>
              <a:t>Diagrama de tiempo</a:t>
            </a:r>
            <a:endParaRPr lang="es-AR" dirty="0"/>
          </a:p>
        </p:txBody>
      </p:sp>
      <p:pic>
        <p:nvPicPr>
          <p:cNvPr id="6" name="Image 716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 rot="5400000">
            <a:off x="1869271" y="25715"/>
            <a:ext cx="5525432" cy="7711591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904104" y="1710466"/>
            <a:ext cx="311971" cy="247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/>
          <p:cNvSpPr/>
          <p:nvPr/>
        </p:nvSpPr>
        <p:spPr>
          <a:xfrm>
            <a:off x="1904104" y="1957892"/>
            <a:ext cx="591670" cy="301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/>
          <p:cNvSpPr/>
          <p:nvPr/>
        </p:nvSpPr>
        <p:spPr>
          <a:xfrm>
            <a:off x="1904104" y="2237591"/>
            <a:ext cx="1355463" cy="322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/>
          <p:cNvSpPr/>
          <p:nvPr/>
        </p:nvSpPr>
        <p:spPr>
          <a:xfrm>
            <a:off x="1904104" y="2560320"/>
            <a:ext cx="86061" cy="301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/>
          <p:cNvSpPr txBox="1"/>
          <p:nvPr/>
        </p:nvSpPr>
        <p:spPr>
          <a:xfrm>
            <a:off x="1183341" y="1710466"/>
            <a:ext cx="247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</a:t>
            </a:r>
            <a:endParaRPr lang="es-AR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183341" y="1981193"/>
            <a:ext cx="19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2</a:t>
            </a:r>
            <a:endParaRPr lang="es-AR" dirty="0"/>
          </a:p>
        </p:txBody>
      </p:sp>
      <p:sp>
        <p:nvSpPr>
          <p:cNvPr id="14" name="CuadroTexto 13"/>
          <p:cNvSpPr txBox="1"/>
          <p:nvPr/>
        </p:nvSpPr>
        <p:spPr>
          <a:xfrm>
            <a:off x="1180801" y="22674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3</a:t>
            </a:r>
            <a:endParaRPr lang="es-AR" dirty="0"/>
          </a:p>
        </p:txBody>
      </p:sp>
      <p:sp>
        <p:nvSpPr>
          <p:cNvPr id="15" name="CuadroTexto 14"/>
          <p:cNvSpPr txBox="1"/>
          <p:nvPr/>
        </p:nvSpPr>
        <p:spPr>
          <a:xfrm>
            <a:off x="1210235" y="2560320"/>
            <a:ext cx="9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190410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Computo y presupuesto de materiales</a:t>
            </a:r>
            <a:endParaRPr lang="es-AR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156865"/>
              </p:ext>
            </p:extLst>
          </p:nvPr>
        </p:nvGraphicFramePr>
        <p:xfrm>
          <a:off x="1097281" y="1688957"/>
          <a:ext cx="6755606" cy="415244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80159"/>
                <a:gridCol w="613186"/>
                <a:gridCol w="1021976"/>
                <a:gridCol w="2141878"/>
                <a:gridCol w="895429"/>
                <a:gridCol w="802978"/>
              </a:tblGrid>
              <a:tr h="480052">
                <a:tc>
                  <a:txBody>
                    <a:bodyPr/>
                    <a:lstStyle/>
                    <a:p>
                      <a:pPr marL="12382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20" dirty="0" smtClean="0">
                          <a:effectLst/>
                        </a:rPr>
                        <a:t>Ítem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cantidad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unidad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Descripción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Costo</a:t>
                      </a:r>
                      <a:endParaRPr lang="es-AR" sz="1100">
                        <a:effectLst/>
                      </a:endParaRPr>
                    </a:p>
                    <a:p>
                      <a:pPr marL="86995">
                        <a:lnSpc>
                          <a:spcPts val="153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unitario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Costo</a:t>
                      </a:r>
                      <a:endParaRPr lang="es-AR" sz="1100">
                        <a:effectLst/>
                      </a:endParaRPr>
                    </a:p>
                    <a:p>
                      <a:pPr marL="170815">
                        <a:lnSpc>
                          <a:spcPts val="153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total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Placa de arduino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15.000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sensor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10.000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arduino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20.000  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Cables Dupont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5000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160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32047">
                <a:tc gridSpan="3">
                  <a:txBody>
                    <a:bodyPr/>
                    <a:lstStyle/>
                    <a:p>
                      <a:pPr marL="67945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Costo</a:t>
                      </a:r>
                      <a:r>
                        <a:rPr lang="es-ES" sz="1400" spc="-30" dirty="0">
                          <a:effectLst/>
                        </a:rPr>
                        <a:t> </a:t>
                      </a:r>
                      <a:r>
                        <a:rPr lang="es-ES" sz="1400" spc="-10" dirty="0">
                          <a:effectLst/>
                        </a:rPr>
                        <a:t>total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Todos</a:t>
                      </a:r>
                      <a:r>
                        <a:rPr lang="es-ES" sz="12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los materiales nos lo dio el profesor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400" spc="-50" dirty="0">
                          <a:effectLst/>
                        </a:rPr>
                        <a:t>$50.000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8844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                         DISEÑO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PROYECTO FINAL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098" name="Picture 2" descr="https://techedu2025.github.io/SistemasTecnologicos/images/Sistemas2026/IMG_20260602_17300924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0" r="19765" b="1004"/>
          <a:stretch/>
        </p:blipFill>
        <p:spPr bwMode="auto">
          <a:xfrm>
            <a:off x="677334" y="2623059"/>
            <a:ext cx="3431690" cy="275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5639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166</TotalTime>
  <Words>174</Words>
  <Application>Microsoft Office PowerPoint</Application>
  <PresentationFormat>Panorámica</PresentationFormat>
  <Paragraphs>167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Arial MT</vt:lpstr>
      <vt:lpstr>Trebuchet MS</vt:lpstr>
      <vt:lpstr>Wingdings 3</vt:lpstr>
      <vt:lpstr>Faceta</vt:lpstr>
      <vt:lpstr>DISPENSER AUTOMATICO</vt:lpstr>
      <vt:lpstr>Descripción del problema y solución</vt:lpstr>
      <vt:lpstr>Integración de materias </vt:lpstr>
      <vt:lpstr>   Fases operativas</vt:lpstr>
      <vt:lpstr>Diagrama de tiempo</vt:lpstr>
      <vt:lpstr>Computo y presupuesto de materiales</vt:lpstr>
      <vt:lpstr>                         DISEÑO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DISPENSER AUTOMATICO</dc:title>
  <dc:creator>Admin</dc:creator>
  <cp:lastModifiedBy>Admin</cp:lastModifiedBy>
  <cp:revision>11</cp:revision>
  <dcterms:created xsi:type="dcterms:W3CDTF">2026-06-09T16:53:30Z</dcterms:created>
  <dcterms:modified xsi:type="dcterms:W3CDTF">2026-06-09T19:40:17Z</dcterms:modified>
</cp:coreProperties>
</file>