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3530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50947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947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607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361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004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1720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365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228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34468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674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8796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7768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96323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98779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653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DBB5C-04AF-4DDC-B793-7B236A794C6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BBB22EE-D74D-4CC6-942F-D7BBECD776F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09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ROBOT CON ARDUINO</a:t>
            </a:r>
            <a:endParaRPr lang="es-AR" dirty="0"/>
          </a:p>
        </p:txBody>
      </p:sp>
      <p:sp>
        <p:nvSpPr>
          <p:cNvPr id="10" name="Marcador de contenido 9"/>
          <p:cNvSpPr>
            <a:spLocks noGrp="1"/>
          </p:cNvSpPr>
          <p:nvPr>
            <p:ph sz="half" idx="1"/>
          </p:nvPr>
        </p:nvSpPr>
        <p:spPr>
          <a:xfrm>
            <a:off x="-1" y="1528175"/>
            <a:ext cx="5999967" cy="4618855"/>
          </a:xfrm>
        </p:spPr>
        <p:txBody>
          <a:bodyPr/>
          <a:lstStyle/>
          <a:p>
            <a:pPr marL="0" indent="0">
              <a:buNone/>
            </a:pPr>
            <a:r>
              <a:rPr lang="es-ES" dirty="0" smtClean="0"/>
              <a:t>      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sz="half" idx="2"/>
          </p:nvPr>
        </p:nvSpPr>
        <p:spPr>
          <a:xfrm>
            <a:off x="677334" y="2981194"/>
            <a:ext cx="5181600" cy="3521445"/>
          </a:xfrm>
        </p:spPr>
        <p:txBody>
          <a:bodyPr/>
          <a:lstStyle/>
          <a:p>
            <a:r>
              <a:rPr lang="pt-BR" dirty="0" smtClean="0"/>
              <a:t> MARECO,NATANAEL, ARAOZ,RENZO ,JIMENEZ ,GENARO</a:t>
            </a:r>
            <a:endParaRPr lang="es-AR" dirty="0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4294967295"/>
          </p:nvPr>
        </p:nvSpPr>
        <p:spPr>
          <a:xfrm>
            <a:off x="0" y="2363788"/>
            <a:ext cx="5086350" cy="312737"/>
          </a:xfrm>
        </p:spPr>
        <p:txBody>
          <a:bodyPr>
            <a:normAutofit fontScale="92500" lnSpcReduction="20000"/>
          </a:bodyPr>
          <a:lstStyle/>
          <a:p>
            <a:r>
              <a:rPr lang="es-ES" dirty="0" smtClean="0"/>
              <a:t>INTEGRANTES:</a:t>
            </a:r>
            <a:endParaRPr lang="es-AR" dirty="0"/>
          </a:p>
        </p:txBody>
      </p:sp>
      <p:sp>
        <p:nvSpPr>
          <p:cNvPr id="13" name="Rectángulo 12"/>
          <p:cNvSpPr/>
          <p:nvPr/>
        </p:nvSpPr>
        <p:spPr>
          <a:xfrm rot="16200000">
            <a:off x="3048000" y="31058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93252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6657" y="0"/>
            <a:ext cx="8877345" cy="1265130"/>
          </a:xfrm>
        </p:spPr>
        <p:txBody>
          <a:bodyPr/>
          <a:lstStyle/>
          <a:p>
            <a:r>
              <a:rPr lang="es-ES" dirty="0" smtClean="0"/>
              <a:t>Descripción del problema ,las soluciones e interesados: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8723" y="1265130"/>
            <a:ext cx="8777136" cy="3924463"/>
          </a:xfrm>
        </p:spPr>
        <p:txBody>
          <a:bodyPr>
            <a:normAutofit fontScale="62500" lnSpcReduction="20000"/>
          </a:bodyPr>
          <a:lstStyle/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EL ROBOT QUE VAMOS A REALIZAR ES UN MODELO PEQUEÑO. ESTE TIENE </a:t>
            </a:r>
          </a:p>
          <a:p>
            <a:r>
              <a:rPr lang="es-ES" dirty="0"/>
              <a:t>COMO OBJETIVO INDICAR CON UN AVISO SONORO  OBJETOS  CERCANOS. NU-     </a:t>
            </a:r>
          </a:p>
          <a:p>
            <a:r>
              <a:rPr lang="es-ES" dirty="0"/>
              <a:t>ESTRO ROBOT TAMBIEN CONTIENE LUCES LEDS, LAS QUE NOS SIRVEN PARA</a:t>
            </a:r>
          </a:p>
          <a:p>
            <a:r>
              <a:rPr lang="es-ES" dirty="0"/>
              <a:t>INDICAR GIROS.</a:t>
            </a:r>
          </a:p>
          <a:p>
            <a:r>
              <a:rPr lang="es-ES" dirty="0" smtClean="0"/>
              <a:t>LISTA </a:t>
            </a:r>
            <a:r>
              <a:rPr lang="es-ES" dirty="0"/>
              <a:t>DE MATERIALES :</a:t>
            </a:r>
          </a:p>
          <a:p>
            <a:r>
              <a:rPr lang="es-ES" dirty="0"/>
              <a:t>PLACA DE ARDUINO: $6740</a:t>
            </a:r>
          </a:p>
          <a:p>
            <a:r>
              <a:rPr lang="es-ES" dirty="0"/>
              <a:t>CONTROLADOR DE MOTOR L298N : $4790</a:t>
            </a:r>
          </a:p>
          <a:p>
            <a:r>
              <a:rPr lang="es-ES" dirty="0"/>
              <a:t>CHASIS ROBOT 2wd :$12555</a:t>
            </a:r>
          </a:p>
          <a:p>
            <a:r>
              <a:rPr lang="es-ES" dirty="0"/>
              <a:t>2 MOTORES REDUCTORES DE VELOCIDAD TT DE DOBLE:$4950C/U</a:t>
            </a:r>
          </a:p>
          <a:p>
            <a:r>
              <a:rPr lang="es-ES" dirty="0"/>
              <a:t>RUEDAS :$5735</a:t>
            </a:r>
          </a:p>
          <a:p>
            <a:r>
              <a:rPr lang="es-ES" dirty="0"/>
              <a:t>CABLES DUPONT :$2999</a:t>
            </a:r>
          </a:p>
          <a:p>
            <a:r>
              <a:rPr lang="es-ES" dirty="0"/>
              <a:t>INTERRUPTOR:$2930</a:t>
            </a:r>
          </a:p>
          <a:p>
            <a:r>
              <a:rPr lang="es-ES" dirty="0"/>
              <a:t>TOTAL:$51384</a:t>
            </a:r>
          </a:p>
          <a:p>
            <a:endParaRPr lang="es-AR" dirty="0"/>
          </a:p>
        </p:txBody>
      </p:sp>
      <p:sp>
        <p:nvSpPr>
          <p:cNvPr id="4" name="Rectángulo 3"/>
          <p:cNvSpPr/>
          <p:nvPr/>
        </p:nvSpPr>
        <p:spPr>
          <a:xfrm>
            <a:off x="730685" y="555393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 smtClean="0"/>
              <a:t>Solución elegida:</a:t>
            </a:r>
          </a:p>
          <a:p>
            <a:r>
              <a:rPr lang="es-ES" dirty="0" smtClean="0"/>
              <a:t>…el profe nos brinda los materiales.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4991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37995"/>
            <a:ext cx="8596668" cy="1692405"/>
          </a:xfrm>
        </p:spPr>
        <p:txBody>
          <a:bodyPr/>
          <a:lstStyle/>
          <a:p>
            <a:r>
              <a:rPr lang="es-AR" dirty="0"/>
              <a:t>Diagrama de </a:t>
            </a:r>
            <a:r>
              <a:rPr lang="es-AR" dirty="0" smtClean="0"/>
              <a:t>tiempos.</a:t>
            </a:r>
            <a:endParaRPr lang="es-AR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996" y="1270000"/>
            <a:ext cx="8772424" cy="410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8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66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6301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</TotalTime>
  <Words>122</Words>
  <Application>Microsoft Office PowerPoint</Application>
  <PresentationFormat>Panorámica</PresentationFormat>
  <Paragraphs>23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Faceta</vt:lpstr>
      <vt:lpstr>ROBOT CON ARDUINO</vt:lpstr>
      <vt:lpstr>Descripción del problema ,las soluciones e interesados:</vt:lpstr>
      <vt:lpstr>Diagrama de tiempos.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CON ARDUINO</dc:title>
  <dc:creator>Admin</dc:creator>
  <cp:lastModifiedBy>Admin</cp:lastModifiedBy>
  <cp:revision>4</cp:revision>
  <dcterms:created xsi:type="dcterms:W3CDTF">2026-06-09T12:06:03Z</dcterms:created>
  <dcterms:modified xsi:type="dcterms:W3CDTF">2026-06-09T12:37:03Z</dcterms:modified>
</cp:coreProperties>
</file>