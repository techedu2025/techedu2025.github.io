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9" r:id="rId3"/>
    <p:sldId id="260" r:id="rId4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8" autoAdjust="0"/>
    <p:restoredTop sz="94660"/>
  </p:normalViewPr>
  <p:slideViewPr>
    <p:cSldViewPr snapToGrid="0">
      <p:cViewPr varScale="1">
        <p:scale>
          <a:sx n="76" d="100"/>
          <a:sy n="76" d="100"/>
        </p:scale>
        <p:origin x="90" y="7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6B1AA-B68E-437B-B51D-E36A00F8A3AD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43079-4C05-436B-89F9-ED242695297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60458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6B1AA-B68E-437B-B51D-E36A00F8A3AD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43079-4C05-436B-89F9-ED242695297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00645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6B1AA-B68E-437B-B51D-E36A00F8A3AD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43079-4C05-436B-89F9-ED242695297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456828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6B1AA-B68E-437B-B51D-E36A00F8A3AD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43079-4C05-436B-89F9-ED242695297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943064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6B1AA-B68E-437B-B51D-E36A00F8A3AD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43079-4C05-436B-89F9-ED242695297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89760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6B1AA-B68E-437B-B51D-E36A00F8A3AD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43079-4C05-436B-89F9-ED242695297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4887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6B1AA-B68E-437B-B51D-E36A00F8A3AD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43079-4C05-436B-89F9-ED242695297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848204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6B1AA-B68E-437B-B51D-E36A00F8A3AD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43079-4C05-436B-89F9-ED242695297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30535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FB56B1AA-B68E-437B-B51D-E36A00F8A3AD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37A43079-4C05-436B-89F9-ED242695297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92137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6B1AA-B68E-437B-B51D-E36A00F8A3AD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43079-4C05-436B-89F9-ED242695297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013523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6B1AA-B68E-437B-B51D-E36A00F8A3AD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43079-4C05-436B-89F9-ED242695297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218901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buNone/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6B1AA-B68E-437B-B51D-E36A00F8A3AD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43079-4C05-436B-89F9-ED242695297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515131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20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pPr marL="0" lvl="0" indent="0"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6B1AA-B68E-437B-B51D-E36A00F8A3AD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43079-4C05-436B-89F9-ED242695297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228478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6B1AA-B68E-437B-B51D-E36A00F8A3AD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43079-4C05-436B-89F9-ED242695297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088759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6B1AA-B68E-437B-B51D-E36A00F8A3AD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43079-4C05-436B-89F9-ED242695297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47398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6B1AA-B68E-437B-B51D-E36A00F8A3AD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43079-4C05-436B-89F9-ED242695297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0694627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56B1AA-B68E-437B-B51D-E36A00F8A3AD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43079-4C05-436B-89F9-ED242695297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33997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FB56B1AA-B68E-437B-B51D-E36A00F8A3AD}" type="datetimeFigureOut">
              <a:rPr lang="es-AR" smtClean="0"/>
              <a:t>9/6/2026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37A43079-4C05-436B-89F9-ED2426952974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381471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gradFill flip="none" rotWithShape="1">
            <a:gsLst>
              <a:gs pos="0">
                <a:schemeClr val="tx1"/>
              </a:gs>
              <a:gs pos="100000">
                <a:schemeClr val="tx1">
                  <a:lumMod val="6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20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8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6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4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100000"/>
        <a:buFont typeface="Arial"/>
        <a:buChar char="•"/>
        <a:defRPr sz="1200" kern="1200" cap="small">
          <a:gradFill flip="none" rotWithShape="1">
            <a:gsLst>
              <a:gs pos="0">
                <a:schemeClr val="tx1"/>
              </a:gs>
              <a:gs pos="100000">
                <a:schemeClr val="tx1">
                  <a:lumMod val="75000"/>
                </a:schemeClr>
              </a:gs>
            </a:gsLst>
            <a:lin ang="5580000" scaled="0"/>
            <a:tileRect/>
          </a:gra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s-ES" sz="8800" dirty="0" smtClean="0"/>
              <a:t>Auto a escala</a:t>
            </a:r>
            <a:endParaRPr lang="es-AR" sz="88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ES" sz="3600" dirty="0" err="1" smtClean="0">
                <a:solidFill>
                  <a:schemeClr val="tx1"/>
                </a:solidFill>
              </a:rPr>
              <a:t>alumnos:Bella</a:t>
            </a:r>
            <a:r>
              <a:rPr lang="es-ES" sz="3600" dirty="0" smtClean="0">
                <a:solidFill>
                  <a:schemeClr val="tx1"/>
                </a:solidFill>
              </a:rPr>
              <a:t> </a:t>
            </a:r>
            <a:r>
              <a:rPr lang="es-ES" sz="3600" dirty="0" err="1" smtClean="0">
                <a:solidFill>
                  <a:schemeClr val="tx1"/>
                </a:solidFill>
              </a:rPr>
              <a:t>Jeremias-Damir</a:t>
            </a:r>
            <a:r>
              <a:rPr lang="es-ES" sz="3600" dirty="0" smtClean="0">
                <a:solidFill>
                  <a:schemeClr val="tx1"/>
                </a:solidFill>
              </a:rPr>
              <a:t> Medina-</a:t>
            </a:r>
            <a:r>
              <a:rPr lang="es-ES" sz="3600" dirty="0" err="1" smtClean="0">
                <a:solidFill>
                  <a:schemeClr val="tx1"/>
                </a:solidFill>
              </a:rPr>
              <a:t>Maia</a:t>
            </a:r>
            <a:r>
              <a:rPr lang="es-ES" sz="3600" dirty="0" smtClean="0">
                <a:solidFill>
                  <a:schemeClr val="tx1"/>
                </a:solidFill>
              </a:rPr>
              <a:t> </a:t>
            </a:r>
            <a:r>
              <a:rPr lang="es-ES" sz="3600" dirty="0" err="1" smtClean="0">
                <a:solidFill>
                  <a:schemeClr val="tx1"/>
                </a:solidFill>
              </a:rPr>
              <a:t>Goro</a:t>
            </a:r>
            <a:r>
              <a:rPr lang="es-ES" sz="3600" dirty="0" smtClean="0">
                <a:solidFill>
                  <a:schemeClr val="tx1"/>
                </a:solidFill>
              </a:rPr>
              <a:t>-Mateo </a:t>
            </a:r>
            <a:r>
              <a:rPr lang="es-ES" sz="3600" dirty="0" err="1" smtClean="0">
                <a:solidFill>
                  <a:schemeClr val="tx1"/>
                </a:solidFill>
              </a:rPr>
              <a:t>Martinez</a:t>
            </a:r>
            <a:endParaRPr lang="es-ES" sz="3600" dirty="0" smtClean="0">
              <a:solidFill>
                <a:schemeClr val="tx1"/>
              </a:solidFill>
            </a:endParaRPr>
          </a:p>
          <a:p>
            <a:r>
              <a:rPr lang="es-ES" dirty="0"/>
              <a:t> </a:t>
            </a:r>
            <a:r>
              <a:rPr lang="es-ES" dirty="0" smtClean="0"/>
              <a:t>              </a:t>
            </a:r>
          </a:p>
        </p:txBody>
      </p:sp>
    </p:spTree>
    <p:extLst>
      <p:ext uri="{BB962C8B-B14F-4D97-AF65-F5344CB8AC3E}">
        <p14:creationId xmlns:p14="http://schemas.microsoft.com/office/powerpoint/2010/main" val="977555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356397" cy="1905000"/>
          </a:xfrm>
        </p:spPr>
        <p:txBody>
          <a:bodyPr>
            <a:noAutofit/>
          </a:bodyPr>
          <a:lstStyle/>
          <a:p>
            <a:pPr algn="l"/>
            <a:r>
              <a:rPr lang="es-ES" sz="6000" dirty="0" smtClean="0"/>
              <a:t>Componentes del auto</a:t>
            </a:r>
            <a:endParaRPr lang="es-AR" sz="6000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/>
              <a:t>El auto </a:t>
            </a:r>
            <a:r>
              <a:rPr lang="fr-HT" dirty="0" smtClean="0"/>
              <a:t>tendra</a:t>
            </a:r>
            <a:r>
              <a:rPr lang="es-ES" dirty="0" smtClean="0"/>
              <a:t> un tamaño de 24cm x 24cm</a:t>
            </a:r>
          </a:p>
          <a:p>
            <a:r>
              <a:rPr lang="es-ES" dirty="0" smtClean="0"/>
              <a:t>1 </a:t>
            </a:r>
            <a:r>
              <a:rPr lang="es-ES" dirty="0" err="1" smtClean="0"/>
              <a:t>arduino</a:t>
            </a:r>
            <a:endParaRPr lang="es-ES" dirty="0" smtClean="0"/>
          </a:p>
          <a:p>
            <a:r>
              <a:rPr lang="es-ES" dirty="0" smtClean="0"/>
              <a:t>2 motores</a:t>
            </a:r>
          </a:p>
          <a:p>
            <a:r>
              <a:rPr lang="es-ES" dirty="0" smtClean="0"/>
              <a:t>2 ruedas de tracción</a:t>
            </a:r>
          </a:p>
          <a:p>
            <a:r>
              <a:rPr lang="es-ES" dirty="0" smtClean="0"/>
              <a:t>1 puente H</a:t>
            </a:r>
          </a:p>
          <a:p>
            <a:r>
              <a:rPr lang="es-ES" dirty="0" smtClean="0"/>
              <a:t>1 rueda loca</a:t>
            </a:r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35225859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7200" dirty="0" smtClean="0"/>
              <a:t>Pasos realizados</a:t>
            </a:r>
            <a:endParaRPr lang="es-AR" sz="7200" dirty="0"/>
          </a:p>
        </p:txBody>
      </p:sp>
      <p:graphicFrame>
        <p:nvGraphicFramePr>
          <p:cNvPr id="4" name="Marcador de contenido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6471697"/>
              </p:ext>
            </p:extLst>
          </p:nvPr>
        </p:nvGraphicFramePr>
        <p:xfrm>
          <a:off x="889350" y="2650143"/>
          <a:ext cx="9544831" cy="3207779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412760"/>
                <a:gridCol w="1040871"/>
                <a:gridCol w="2976176"/>
                <a:gridCol w="2183934"/>
                <a:gridCol w="1931090"/>
              </a:tblGrid>
              <a:tr h="630737">
                <a:tc>
                  <a:txBody>
                    <a:bodyPr/>
                    <a:lstStyle/>
                    <a:p>
                      <a:pPr marL="288290" marR="69215" indent="-215900">
                        <a:spcAft>
                          <a:spcPts val="0"/>
                        </a:spcAft>
                      </a:pPr>
                      <a:r>
                        <a:rPr lang="es-ES" sz="800" spc="-10">
                          <a:effectLst/>
                        </a:rPr>
                        <a:t>Operación </a:t>
                      </a:r>
                      <a:r>
                        <a:rPr lang="es-ES" sz="800" spc="-20">
                          <a:effectLst/>
                        </a:rPr>
                        <a:t>nro</a:t>
                      </a:r>
                      <a:r>
                        <a:rPr lang="es-ES" sz="900" spc="-20">
                          <a:effectLst/>
                        </a:rPr>
                        <a:t>.</a:t>
                      </a:r>
                      <a:endParaRPr lang="es-AR" sz="7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3510" marR="85090" indent="-55880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s-ES" sz="900" spc="-10">
                          <a:effectLst/>
                        </a:rPr>
                        <a:t>Pieza </a:t>
                      </a:r>
                      <a:r>
                        <a:rPr lang="es-ES" sz="900" spc="-20">
                          <a:effectLst/>
                        </a:rPr>
                        <a:t>Nro.</a:t>
                      </a:r>
                      <a:endParaRPr lang="es-AR" sz="7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4145">
                        <a:lnSpc>
                          <a:spcPts val="1570"/>
                        </a:lnSpc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</a:rPr>
                        <a:t>Tarea</a:t>
                      </a:r>
                      <a:r>
                        <a:rPr lang="es-ES" sz="900" spc="-10">
                          <a:effectLst/>
                        </a:rPr>
                        <a:t> </a:t>
                      </a:r>
                      <a:r>
                        <a:rPr lang="es-ES" sz="900">
                          <a:effectLst/>
                        </a:rPr>
                        <a:t>a</a:t>
                      </a:r>
                      <a:r>
                        <a:rPr lang="es-ES" sz="900" spc="-15">
                          <a:effectLst/>
                        </a:rPr>
                        <a:t> </a:t>
                      </a:r>
                      <a:r>
                        <a:rPr lang="es-ES" sz="900" spc="-10">
                          <a:effectLst/>
                        </a:rPr>
                        <a:t>desarrollar</a:t>
                      </a:r>
                      <a:endParaRPr lang="es-AR" sz="7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1915" marR="76835" algn="ctr">
                        <a:spcAft>
                          <a:spcPts val="0"/>
                        </a:spcAft>
                      </a:pPr>
                      <a:r>
                        <a:rPr lang="es-ES" sz="900" spc="-10">
                          <a:effectLst/>
                        </a:rPr>
                        <a:t>Herramientas, </a:t>
                      </a:r>
                      <a:r>
                        <a:rPr lang="es-ES" sz="900">
                          <a:effectLst/>
                        </a:rPr>
                        <a:t>útiles y equipos a</a:t>
                      </a:r>
                      <a:endParaRPr lang="es-AR" sz="700">
                        <a:effectLst/>
                      </a:endParaRPr>
                    </a:p>
                    <a:p>
                      <a:pPr marL="83820" marR="76835" algn="ctr">
                        <a:lnSpc>
                          <a:spcPts val="1530"/>
                        </a:lnSpc>
                        <a:spcAft>
                          <a:spcPts val="0"/>
                        </a:spcAft>
                      </a:pPr>
                      <a:r>
                        <a:rPr lang="es-ES" sz="900" spc="-10">
                          <a:effectLst/>
                        </a:rPr>
                        <a:t>utilizar</a:t>
                      </a:r>
                      <a:endParaRPr lang="es-AR" sz="7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93345" marR="91440" algn="ctr">
                        <a:spcAft>
                          <a:spcPts val="0"/>
                        </a:spcAft>
                      </a:pPr>
                      <a:r>
                        <a:rPr lang="es-ES" sz="900" spc="-10">
                          <a:effectLst/>
                        </a:rPr>
                        <a:t>Elementos </a:t>
                      </a:r>
                      <a:r>
                        <a:rPr lang="es-ES" sz="900" spc="-30">
                          <a:effectLst/>
                        </a:rPr>
                        <a:t>de </a:t>
                      </a:r>
                      <a:r>
                        <a:rPr lang="es-ES" sz="900" spc="-10">
                          <a:effectLst/>
                        </a:rPr>
                        <a:t>protección</a:t>
                      </a:r>
                      <a:endParaRPr lang="es-AR" sz="700">
                        <a:effectLst/>
                      </a:endParaRPr>
                    </a:p>
                    <a:p>
                      <a:pPr marL="93345" marR="93345" algn="ctr">
                        <a:lnSpc>
                          <a:spcPts val="1530"/>
                        </a:lnSpc>
                        <a:spcAft>
                          <a:spcPts val="0"/>
                        </a:spcAft>
                      </a:pPr>
                      <a:r>
                        <a:rPr lang="es-ES" sz="900" spc="-10">
                          <a:effectLst/>
                        </a:rPr>
                        <a:t>personal</a:t>
                      </a:r>
                      <a:endParaRPr lang="es-AR" sz="7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114080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</a:rPr>
                        <a:t>1</a:t>
                      </a:r>
                      <a:endParaRPr lang="es-AR" sz="7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</a:rPr>
                        <a:t>Chasis,</a:t>
                      </a:r>
                      <a:endParaRPr lang="es-AR" sz="7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</a:rPr>
                        <a:t>Motores</a:t>
                      </a:r>
                      <a:endParaRPr lang="es-AR" sz="7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</a:rPr>
                        <a:t>2 ruedas</a:t>
                      </a:r>
                      <a:endParaRPr lang="es-AR" sz="7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</a:rPr>
                        <a:t>De tracción</a:t>
                      </a:r>
                      <a:endParaRPr lang="es-AR" sz="7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</a:rPr>
                        <a:t>1 rueda para doblar, </a:t>
                      </a:r>
                      <a:endParaRPr lang="es-AR" sz="7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</a:rPr>
                        <a:t>2 chapas</a:t>
                      </a:r>
                      <a:endParaRPr lang="es-AR" sz="7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</a:rPr>
                        <a:t> Armarlo la etructura</a:t>
                      </a:r>
                      <a:endParaRPr lang="es-AR" sz="7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</a:rPr>
                        <a:t> principal</a:t>
                      </a:r>
                      <a:endParaRPr lang="es-AR" sz="7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</a:rPr>
                        <a:t>Destornillador,</a:t>
                      </a:r>
                      <a:endParaRPr lang="es-AR" sz="7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</a:rPr>
                        <a:t>Tijera de hojalata</a:t>
                      </a:r>
                      <a:endParaRPr lang="es-AR" sz="7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</a:rPr>
                        <a:t>Guantes</a:t>
                      </a:r>
                      <a:endParaRPr lang="es-AR" sz="7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</a:rPr>
                        <a:t>     </a:t>
                      </a:r>
                      <a:endParaRPr lang="es-AR" sz="7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48607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</a:rPr>
                        <a:t>2</a:t>
                      </a:r>
                      <a:endParaRPr lang="es-AR" sz="7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</a:rPr>
                        <a:t>Arduino</a:t>
                      </a:r>
                      <a:endParaRPr lang="es-AR" sz="7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</a:rPr>
                        <a:t>Puente  h</a:t>
                      </a:r>
                      <a:endParaRPr lang="es-AR" sz="7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</a:rPr>
                        <a:t> Atornillar ambas placas          al chasis</a:t>
                      </a:r>
                      <a:endParaRPr lang="es-AR" sz="7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</a:rPr>
                        <a:t> </a:t>
                      </a:r>
                      <a:endParaRPr lang="es-AR" sz="70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>
                          <a:effectLst/>
                        </a:rPr>
                        <a:t>destornillador</a:t>
                      </a:r>
                      <a:endParaRPr lang="es-AR" sz="7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</a:rPr>
                        <a:t> </a:t>
                      </a:r>
                      <a:endParaRPr lang="es-AR" sz="700">
                        <a:effectLst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700">
                          <a:effectLst/>
                        </a:rPr>
                        <a:t>guantes</a:t>
                      </a:r>
                      <a:endParaRPr lang="es-AR" sz="7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/>
                </a:tc>
              </a:tr>
              <a:tr h="62611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</a:rPr>
                        <a:t>3</a:t>
                      </a:r>
                      <a:endParaRPr lang="es-AR" sz="7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</a:rPr>
                        <a:t>2 Baterías</a:t>
                      </a:r>
                      <a:endParaRPr lang="es-AR" sz="7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</a:rPr>
                        <a:t>2</a:t>
                      </a:r>
                      <a:endParaRPr lang="es-AR" sz="7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</a:rPr>
                        <a:t>maderas </a:t>
                      </a:r>
                      <a:endParaRPr lang="es-AR" sz="7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</a:rPr>
                        <a:t> </a:t>
                      </a:r>
                      <a:endParaRPr lang="es-AR" sz="7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</a:rPr>
                        <a:t>Pusimos dos maderas en el chasis como soporte para las baterías y luego atornillamos las baterias</a:t>
                      </a:r>
                      <a:endParaRPr lang="es-AR" sz="7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</a:rPr>
                        <a:t> Destornillador,</a:t>
                      </a:r>
                      <a:endParaRPr lang="es-AR" sz="700">
                        <a:effectLst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</a:rPr>
                        <a:t>Torno y sierra de mesa</a:t>
                      </a:r>
                      <a:endParaRPr lang="es-AR" sz="7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</a:rPr>
                        <a:t> guantes</a:t>
                      </a:r>
                      <a:endParaRPr lang="es-AR" sz="7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  <a:tr h="32404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</a:rPr>
                        <a:t>4</a:t>
                      </a:r>
                      <a:endParaRPr lang="es-AR" sz="7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</a:rPr>
                        <a:t>cables</a:t>
                      </a:r>
                      <a:endParaRPr lang="es-AR" sz="7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900" dirty="0">
                          <a:effectLst/>
                        </a:rPr>
                        <a:t>Unimos el </a:t>
                      </a:r>
                      <a:r>
                        <a:rPr lang="es-ES" sz="900" dirty="0" err="1">
                          <a:effectLst/>
                        </a:rPr>
                        <a:t>arduino</a:t>
                      </a:r>
                      <a:r>
                        <a:rPr lang="es-ES" sz="900" dirty="0">
                          <a:effectLst/>
                        </a:rPr>
                        <a:t> y el puente h con los cables</a:t>
                      </a:r>
                      <a:endParaRPr lang="es-AR" sz="7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900">
                          <a:effectLst/>
                        </a:rPr>
                        <a:t> ninguna</a:t>
                      </a:r>
                      <a:endParaRPr lang="es-AR" sz="70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s-ES" sz="900" dirty="0">
                          <a:effectLst/>
                        </a:rPr>
                        <a:t>guantes</a:t>
                      </a:r>
                      <a:endParaRPr lang="es-AR" sz="700" dirty="0">
                        <a:effectLst/>
                        <a:latin typeface="Arial MT"/>
                        <a:ea typeface="Arial MT"/>
                        <a:cs typeface="Arial MT"/>
                      </a:endParaRPr>
                    </a:p>
                  </a:txBody>
                  <a:tcPr marL="0" marR="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63758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alla">
  <a:themeElements>
    <a:clrScheme name="Malla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6F6F6F"/>
      </a:accent1>
      <a:accent2>
        <a:srgbClr val="BFBFA5"/>
      </a:accent2>
      <a:accent3>
        <a:srgbClr val="DCD084"/>
      </a:accent3>
      <a:accent4>
        <a:srgbClr val="E7BF5F"/>
      </a:accent4>
      <a:accent5>
        <a:srgbClr val="E9A039"/>
      </a:accent5>
      <a:accent6>
        <a:srgbClr val="CF7133"/>
      </a:accent6>
      <a:hlink>
        <a:srgbClr val="F28943"/>
      </a:hlink>
      <a:folHlink>
        <a:srgbClr val="F1B76C"/>
      </a:folHlink>
    </a:clrScheme>
    <a:fontScheme name="Malla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alla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B8BE45C0-8141-4D58-8C71-A009BC26FBB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TM03457485[[fn=Malla]]</Template>
  <TotalTime>174</TotalTime>
  <Words>141</Words>
  <Application>Microsoft Office PowerPoint</Application>
  <PresentationFormat>Panorámica</PresentationFormat>
  <Paragraphs>53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9" baseType="lpstr">
      <vt:lpstr>Arial</vt:lpstr>
      <vt:lpstr>Arial MT</vt:lpstr>
      <vt:lpstr>Calibri</vt:lpstr>
      <vt:lpstr>Century Gothic</vt:lpstr>
      <vt:lpstr>Times New Roman</vt:lpstr>
      <vt:lpstr>Malla</vt:lpstr>
      <vt:lpstr>Auto a escala</vt:lpstr>
      <vt:lpstr>Componentes del auto</vt:lpstr>
      <vt:lpstr>Pasos realizados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 a escala</dc:title>
  <dc:creator>Admin</dc:creator>
  <cp:lastModifiedBy>Admin</cp:lastModifiedBy>
  <cp:revision>10</cp:revision>
  <dcterms:created xsi:type="dcterms:W3CDTF">2026-06-09T16:55:04Z</dcterms:created>
  <dcterms:modified xsi:type="dcterms:W3CDTF">2026-06-09T19:49:39Z</dcterms:modified>
</cp:coreProperties>
</file>